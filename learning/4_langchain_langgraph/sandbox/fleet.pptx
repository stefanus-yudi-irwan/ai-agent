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Fleet Vehicle Comparison: Tesla Model Y vs Ford Mustang Mach-E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Tesla Model Y: Range: 303-321 miles, Fast charging: 169 miles in 30min, Highly reliable, Competitive cost, Spacious &amp; tech-savvy.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Ford Mustang Mach-E: Range: 382 miles, Charging: 7.8 hrs with standard charger, High performance, Well-regarded for reliability, Moderate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Tesla Model Y is recommended for its superior range and charging efficiency, ideal for our high-volume fleet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